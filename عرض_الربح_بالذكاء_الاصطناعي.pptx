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كيفية الربح بالذكاء الاصطناعي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اكتشف الفرص الذهبية في عصر الذكاء الاصطناعي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5029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1. إنشاء المحتوى بالذكاء الاصطناعي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كتابة المقالات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استخدم أدوات مثل ChatGPT لكتابة مقالات احترافية وبيعها للمواقع والشركات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164592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82880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468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تصميم الصور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9260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صور فريدة باستخدام Midjourney أو DALL-E وبعها على منصات التصميم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إنتاج الفيديوهات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3949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محتوى فيديو باستخدام أدوات الذكاء الاصطناعي لليوتيوب ووسائل التواصل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4114800"/>
            <a:ext cx="39319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4297680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49377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إنتاج الموسيقى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3949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موسيقى خالية من حقوق الملكية وبعها على المنصات المختلفة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2. تقديم الخدمات والاستشارات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78308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8288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استشارات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194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ساعد الشركات على دمج الذكاء الاصطناعي في أعمالها وحقق دخل مرتفع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3464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97180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تطوير Chatbots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383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أنشئ روبوتات محادثة ذكية للشركات لتحسين خدمة العملاء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02336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16052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2062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تدريب وورش عمل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قدم دورات تدريبية حول استخدام أدوات 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73152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49240"/>
            <a:ext cx="731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4F46E5"/>
                </a:solidFill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539496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937"/>
                </a:solidFill>
              </a:defRPr>
            </a:pPr>
            <a:r>
              <a:t>أتمتة العمليات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5760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B7280"/>
                </a:solidFill>
              </a:defRPr>
            </a:pPr>
            <a:r>
              <a:t>ساعد الشركات على أتمتة مهامها باستخدام الذكاء الاصطناعي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F2937"/>
                </a:solidFill>
              </a:defRPr>
            </a:pPr>
            <a:r>
              <a:t>3. إنشاء وبيع المنتجات الرقمية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2377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1031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تطبيقات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تطبيقات تحرير الصور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مساعدين شخصيين ذكيين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أدوات الإنتاجية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828800"/>
            <a:ext cx="2377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21031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0175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إضافات وأدوات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إضافات المتصفح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قوالب جاهزة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أدوات SaaS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828800"/>
            <a:ext cx="2377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10312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0175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كورسات ومحتوى تعليمي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84048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دورات فيديو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كتب إلكترونية</a:t>
            </a:r>
          </a:p>
          <a:p>
            <a:pPr>
              <a:spcAft>
                <a:spcPts val="600"/>
              </a:spcAft>
              <a:defRPr sz="1100">
                <a:solidFill>
                  <a:srgbClr val="6B7280"/>
                </a:solidFill>
              </a:defRPr>
            </a:pPr>
            <a:r>
              <a:t>• قوالب Prompts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BLACKBOXAI - أداتك السرية للربح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9CA3AF"/>
                </a:solidFill>
              </a:defRPr>
            </a:pPr>
            <a:r>
              <a:t>منصة ذكاء اصطناعي متقدمة تساعدك على البرمجة والإبداع وتحقيق الدخل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286000"/>
            <a:ext cx="2468880" cy="1554480"/>
          </a:xfrm>
          <a:prstGeom prst="rect">
            <a:avLst/>
          </a:prstGeom>
          <a:solidFill>
            <a:srgbClr val="1F2937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كتابة الأكواد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يساعدك في كتابة أكواد برمجية احترافية بجميع اللغات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286000"/>
            <a:ext cx="2468880" cy="1554480"/>
          </a:xfrm>
          <a:prstGeom prst="rect">
            <a:avLst/>
          </a:prstGeom>
          <a:solidFill>
            <a:srgbClr val="1F2937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4231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260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البحث الذكي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918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يبحث في الإنترنت ويجلب لك أحدث المعلومات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286000"/>
            <a:ext cx="2468880" cy="1554480"/>
          </a:xfrm>
          <a:prstGeom prst="rect">
            <a:avLst/>
          </a:prstGeom>
          <a:solidFill>
            <a:srgbClr val="1F2937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4231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إنشاء المحتوى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918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يكتب مقالات ومحتوى تسويقي عالي الجودة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2468880" cy="1554480"/>
          </a:xfrm>
          <a:prstGeom prst="rect">
            <a:avLst/>
          </a:prstGeom>
          <a:solidFill>
            <a:srgbClr val="1F2937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51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7548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توليد الصور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ينشئ صور فريدة باستخدام الذكاء الاصطناعي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4114800"/>
            <a:ext cx="2468880" cy="1554480"/>
          </a:xfrm>
          <a:prstGeom prst="rect">
            <a:avLst/>
          </a:prstGeom>
          <a:solidFill>
            <a:srgbClr val="1F2937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4251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7548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سرعة فائقة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استجابة فورية وأداء ممتاز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114800"/>
            <a:ext cx="2468880" cy="1554480"/>
          </a:xfrm>
          <a:prstGeom prst="rect">
            <a:avLst/>
          </a:prstGeom>
          <a:solidFill>
            <a:srgbClr val="1F2937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251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/>
            </a:pPr>
            <a:r>
              <a:t>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5488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مجاني للبدء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206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CA3AF"/>
                </a:solidFill>
              </a:defRPr>
            </a:pPr>
            <a:r>
              <a:t>ابدأ مجاناً واستكشف الإمكانيات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F2937"/>
                </a:solidFill>
              </a:defRPr>
            </a:pPr>
            <a:r>
              <a:t>نصائح للنجاح في الربح من الذكاء الاصطناعي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ابدأ الآن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لا تنتظر، المجال ينمو بسرعة والفرص متاحة للجميع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37160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تعلم باستمرار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تابع آخر التطورات والأدوات الجديدة في مجال الذكاء الاصطناعي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554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كن مبدعاً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688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ابحث عن طرق فريدة لاستخدام الذكاء الاصطناعي في حل المشاكل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47472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بناء شبكة علاقات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تواصل مع المهتمين بالمجال وشارك خبراتك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347472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36576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20624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الجودة أولاً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ركز على تقديم قيمة حقيقية لعملائك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474720"/>
            <a:ext cx="24688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6576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206240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F2937"/>
                </a:solidFill>
              </a:defRPr>
            </a:pPr>
            <a:r>
              <a:t>قيّم وطوّر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572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B7280"/>
                </a:solidFill>
              </a:defRPr>
            </a:pPr>
            <a:r>
              <a:t>راقب نتائجك وحسّن استراتيجياتك باستمرار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66928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4F46E5"/>
                </a:solidFill>
              </a:defRPr>
            </a:pPr>
            <a:r>
              <a:t>🚀 ابدأ رحلتك نحو الربح من الذكاء الاصطناعي اليوم!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