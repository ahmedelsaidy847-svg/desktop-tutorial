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كيفية الربح بالذكاء الاصطناعي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اكتشف الفرص الذهبية في عصر الذكاء الاصطناعي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5029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</a:defRPr>
            </a:pPr>
            <a:r>
              <a:t>1. إنشاء المحتوى بالذكاء الاصطناعي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كتابة المقالات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استخدم أدوات مثل ChatGPT لكتابة مقالات احترافية وبيعها للمواقع والشركات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64592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تصميم الصور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926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أنشئ صور فريدة باستخدام Midjourney أو DALL-E وبعها على منصات التصميم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إنتاج الفيديوهات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أنشئ محتوى فيديو باستخدام أدوات الذكاء الاصطناعي لليوتيوب ووسائل التواصل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11480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297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937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إنتاج الموسيقى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394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أنشئ موسيقى خالية من حقوق الملكية وبعها على المنصات المختلفة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</a:defRPr>
            </a:pPr>
            <a:r>
              <a:t>2. تقديم الخدمات والاستشارات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استشارات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ساعد الشركات على دمج الذكاء الاصطناعي في أعمالها وحقق دخل مرتفع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17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تطوير Chatbots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أنشئ روبوتات محادثة ذكية للشركات لتحسين خدمة العملاء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تدريب وورش عمل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قدم دورات تدريبية حول استخدام أدوات الذكاء الاصطناعي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1208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49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394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أتمتة العمليات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ساعد الشركات على أتمتة مهامها باستخدام الذكاء الاصطناعي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</a:defRPr>
            </a:pPr>
            <a:r>
              <a:t>3. إنشاء وبيع المنتجات الرقمية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377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تطبيقات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تطبيقات تحرير الصور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مساعدين شخصيين ذكيين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أدوات الإنتاجية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377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إضافات وأدوات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إضافات المتصفح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قوالب جاهزة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أدوات SaaS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2377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كورسات ومحتوى تعليمي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دورات فيديو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كتب إلكترونية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</a:defRPr>
            </a:pPr>
            <a:r>
              <a:t>• قوالب Prompts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7"/>
                </a:solidFill>
              </a:defRPr>
            </a:pPr>
            <a:r>
              <a:t>نصائح للنجاح في الربح من الذكاء الاصطناعي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ابدأ الآن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لا تنتظر، المجال ينمو بسرعة والفرص متاحة للجميع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تعلم باستمرار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تابع آخر التطورات والأدوات الجديدة في مجال الذكاء الاصطناعي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كن مبدعاً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ابحث عن طرق فريدة لاستخدام الذكاء الاصطناعي في حل المشاكل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بناء شبكة علاقات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تواصل مع المهتمين بالمجال وشارك خبراتك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4747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206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الجودة أولاً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572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ركز على تقديم قيمة حقيقية لعملائك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4747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06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قيّم وطوّر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72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راقب نتائجك وحسّن استراتيجياتك باستمرار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</a:defRPr>
            </a:pPr>
            <a:r>
              <a:t>🚀 ابدأ رحلتك نحو الربح من الذكاء الاصطناعي اليوم!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