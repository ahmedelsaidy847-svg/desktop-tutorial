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كيفية الربح بالذكاء الاصطناعي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اكتشف الفرص الذهبية في عصر الذكاء الاصطناعي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50292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/>
            </a:pPr>
            <a:r>
              <a:t>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</a:defRPr>
            </a:pPr>
            <a:r>
              <a:t>1. إنشاء المحتوى بالذكاء الاصطناعي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39319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937"/>
                </a:solidFill>
              </a:defRPr>
            </a:pPr>
            <a:r>
              <a:t>كتابة المقالات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استخدم أدوات مثل ChatGPT لكتابة مقالات احترافية وبيعها للمواقع والشركات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1645920"/>
            <a:ext cx="39319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82880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468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937"/>
                </a:solidFill>
              </a:defRPr>
            </a:pPr>
            <a:r>
              <a:t>تصميم الصور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92608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أنشئ صور فريدة باستخدام Midjourney أو DALL-E وبعها على منصات التصميم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114800"/>
            <a:ext cx="39319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937"/>
                </a:solidFill>
              </a:defRPr>
            </a:pPr>
            <a:r>
              <a:t>إنتاج الفيديوهات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949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أنشئ محتوى فيديو باستخدام أدوات الذكاء الاصطناعي لليوتيوب ووسائل التواصل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4114800"/>
            <a:ext cx="39319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429768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49377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937"/>
                </a:solidFill>
              </a:defRPr>
            </a:pPr>
            <a:r>
              <a:t>إنتاج الموسيقى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3949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أنشئ موسيقى خالية من حقوق الملكية وبعها على المنصات المختلفة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</a:defRPr>
            </a:pPr>
            <a:r>
              <a:t>2. تقديم الخدمات والاستشارات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7315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731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4F46E5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828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937"/>
                </a:solidFill>
              </a:defRPr>
            </a:pPr>
            <a:r>
              <a:t>استشارات الذكاء الاصطناعي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194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ساعد الشركات على دمج الذكاء الاصطناعي في أعمالها وحقق دخل مرتفع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34640"/>
            <a:ext cx="7315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971800"/>
            <a:ext cx="731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4F46E5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017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937"/>
                </a:solidFill>
              </a:defRPr>
            </a:pPr>
            <a:r>
              <a:t>تطوير Chatbots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383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أنشئ روبوتات محادثة ذكية للشركات لتحسين خدمة العملاء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023360"/>
            <a:ext cx="7315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160520"/>
            <a:ext cx="731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4F46E5"/>
                </a:solidFill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42062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937"/>
                </a:solidFill>
              </a:defRPr>
            </a:pPr>
            <a:r>
              <a:t>تدريب وورش عمل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قدم دورات تدريبية حول استخدام أدوات الذكاء الاصطناعي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212080"/>
            <a:ext cx="7315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349240"/>
            <a:ext cx="731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4F46E5"/>
                </a:solidFill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53949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937"/>
                </a:solidFill>
              </a:defRPr>
            </a:pPr>
            <a:r>
              <a:t>أتمتة العمليات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5760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ساعد الشركات على أتمتة مهامها باستخدام الذكاء الاصطناعي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</a:defRPr>
            </a:pPr>
            <a:r>
              <a:t>3. إنشاء وبيع المنتجات الرقمية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2377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21031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/>
            </a:pPr>
            <a:r>
              <a:t>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937"/>
                </a:solidFill>
              </a:defRPr>
            </a:pPr>
            <a:r>
              <a:t>تطبيقات الذكاء الاصطناعي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404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6B7280"/>
                </a:solidFill>
              </a:defRPr>
            </a:pPr>
            <a:r>
              <a:t>• تطبيقات تحرير الصور</a:t>
            </a:r>
          </a:p>
          <a:p>
            <a:pPr>
              <a:spcAft>
                <a:spcPts val="600"/>
              </a:spcAft>
              <a:defRPr sz="1100">
                <a:solidFill>
                  <a:srgbClr val="6B7280"/>
                </a:solidFill>
              </a:defRPr>
            </a:pPr>
            <a:r>
              <a:t>• مساعدين شخصيين ذكيين</a:t>
            </a:r>
          </a:p>
          <a:p>
            <a:pPr>
              <a:spcAft>
                <a:spcPts val="600"/>
              </a:spcAft>
              <a:defRPr sz="1100">
                <a:solidFill>
                  <a:srgbClr val="6B7280"/>
                </a:solidFill>
              </a:defRPr>
            </a:pPr>
            <a:r>
              <a:t>• أدوات الإنتاجية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828800"/>
            <a:ext cx="2377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21031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/>
            </a:pPr>
            <a:r>
              <a:t>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0175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937"/>
                </a:solidFill>
              </a:defRPr>
            </a:pPr>
            <a:r>
              <a:t>إضافات وأدوات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8404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6B7280"/>
                </a:solidFill>
              </a:defRPr>
            </a:pPr>
            <a:r>
              <a:t>• إضافات المتصفح</a:t>
            </a:r>
          </a:p>
          <a:p>
            <a:pPr>
              <a:spcAft>
                <a:spcPts val="600"/>
              </a:spcAft>
              <a:defRPr sz="1100">
                <a:solidFill>
                  <a:srgbClr val="6B7280"/>
                </a:solidFill>
              </a:defRPr>
            </a:pPr>
            <a:r>
              <a:t>• قوالب جاهزة</a:t>
            </a:r>
          </a:p>
          <a:p>
            <a:pPr>
              <a:spcAft>
                <a:spcPts val="600"/>
              </a:spcAft>
              <a:defRPr sz="1100">
                <a:solidFill>
                  <a:srgbClr val="6B7280"/>
                </a:solidFill>
              </a:defRPr>
            </a:pPr>
            <a:r>
              <a:t>• أدوات SaaS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828800"/>
            <a:ext cx="2377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1031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/>
            </a:pPr>
            <a:r>
              <a:t>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0175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937"/>
                </a:solidFill>
              </a:defRPr>
            </a:pPr>
            <a:r>
              <a:t>كورسات ومحتوى تعليمي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8404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6B7280"/>
                </a:solidFill>
              </a:defRPr>
            </a:pPr>
            <a:r>
              <a:t>• دورات فيديو</a:t>
            </a:r>
          </a:p>
          <a:p>
            <a:pPr>
              <a:spcAft>
                <a:spcPts val="600"/>
              </a:spcAft>
              <a:defRPr sz="1100">
                <a:solidFill>
                  <a:srgbClr val="6B7280"/>
                </a:solidFill>
              </a:defRPr>
            </a:pPr>
            <a:r>
              <a:t>• كتب إلكترونية</a:t>
            </a:r>
          </a:p>
          <a:p>
            <a:pPr>
              <a:spcAft>
                <a:spcPts val="600"/>
              </a:spcAft>
              <a:defRPr sz="1100">
                <a:solidFill>
                  <a:srgbClr val="6B7280"/>
                </a:solidFill>
              </a:defRPr>
            </a:pPr>
            <a:r>
              <a:t>• قوالب Prompts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F2937"/>
                </a:solidFill>
              </a:defRPr>
            </a:pPr>
            <a:r>
              <a:t>نصائح للنجاح في الربح من الذكاء الاصطناعي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468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F2937"/>
                </a:solidFill>
              </a:defRPr>
            </a:pPr>
            <a:r>
              <a:t>ابدأ الآن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لا تنتظر، المجال ينمو بسرعة والفرص متاحة للجميع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371600"/>
            <a:ext cx="2468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5544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F2937"/>
                </a:solidFill>
              </a:defRPr>
            </a:pPr>
            <a:r>
              <a:t>تعلم باستمرار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688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تابع آخر التطورات والأدوات الجديدة في مجال الذكاء الاصطناعي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2468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5544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F2937"/>
                </a:solidFill>
              </a:defRPr>
            </a:pPr>
            <a:r>
              <a:t>كن مبدعاً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688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ابحث عن طرق فريدة لاستخدام الذكاء الاصطناعي في حل المشاكل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474720"/>
            <a:ext cx="2468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576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0624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F2937"/>
                </a:solidFill>
              </a:defRPr>
            </a:pPr>
            <a:r>
              <a:t>بناء شبكة علاقات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تواصل مع المهتمين بالمجال وشارك خبراتك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3474720"/>
            <a:ext cx="2468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0" y="36576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20624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F2937"/>
                </a:solidFill>
              </a:defRPr>
            </a:pPr>
            <a:r>
              <a:t>الجودة أولاً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ركز على تقديم قيمة حقيقية لعملائك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474720"/>
            <a:ext cx="2468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6576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20624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F2937"/>
                </a:solidFill>
              </a:defRPr>
            </a:pPr>
            <a:r>
              <a:t>قيّم وطوّر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راقب نتائجك وحسّن استراتيجياتك باستمرار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66928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4F46E5"/>
                </a:solidFill>
              </a:defRPr>
            </a:pPr>
            <a:r>
              <a:t>🚀 ابدأ رحلتك نحو الربح من الذكاء الاصطناعي اليوم!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9333EA"/>
                </a:solidFill>
              </a:defRPr>
            </a:pPr>
            <a:r>
              <a:t>BLACKBOXAI 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D1D5DB"/>
                </a:solidFill>
              </a:defRPr>
            </a:pPr>
            <a:r>
              <a:t>أداة الذكاء الاصطناعي المتقدمة للمطورين والمبدعين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011680"/>
            <a:ext cx="3474720" cy="1645920"/>
          </a:xfrm>
          <a:prstGeom prst="rect">
            <a:avLst/>
          </a:prstGeom>
          <a:solidFill>
            <a:srgbClr val="1F2937"/>
          </a:solidFill>
          <a:ln w="254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4884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A78BFA"/>
                </a:solidFill>
              </a:defRPr>
            </a:pPr>
            <a:r>
              <a:t>كتابة الأكواد البرمجية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175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D1D5DB"/>
                </a:solidFill>
              </a:defRPr>
            </a:pPr>
            <a:r>
              <a:t>يساعدك في كتابة أكواد احترافية بجميع لغات البرمجة بسرعة ودقة عالية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2011680"/>
            <a:ext cx="3474720" cy="1645920"/>
          </a:xfrm>
          <a:prstGeom prst="rect">
            <a:avLst/>
          </a:prstGeom>
          <a:solidFill>
            <a:srgbClr val="1F2937"/>
          </a:solidFill>
          <a:ln w="254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214884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65176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A78BFA"/>
                </a:solidFill>
              </a:defRPr>
            </a:pPr>
            <a:r>
              <a:t>البحث الذكي في الأكواد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0175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D1D5DB"/>
                </a:solidFill>
              </a:defRPr>
            </a:pPr>
            <a:r>
              <a:t>يبحث في ملايين الأكواد المفتوحة المصدر لإيجاد الحلول الأمثل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14800"/>
            <a:ext cx="3474720" cy="1645920"/>
          </a:xfrm>
          <a:prstGeom prst="rect">
            <a:avLst/>
          </a:prstGeom>
          <a:solidFill>
            <a:srgbClr val="1F2937"/>
          </a:solidFill>
          <a:ln w="254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2519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75488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A78BFA"/>
                </a:solidFill>
              </a:defRPr>
            </a:pPr>
            <a:r>
              <a:t>تسريع التطوير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1206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D1D5DB"/>
                </a:solidFill>
              </a:defRPr>
            </a:pPr>
            <a:r>
              <a:t>يوفر 70% من وقت البرمجة ويزيد الإنتاجية بشكل هائل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4114800"/>
            <a:ext cx="3474720" cy="1645920"/>
          </a:xfrm>
          <a:prstGeom prst="rect">
            <a:avLst/>
          </a:prstGeom>
          <a:solidFill>
            <a:srgbClr val="1F2937"/>
          </a:solidFill>
          <a:ln w="254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42519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475488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A78BFA"/>
                </a:solidFill>
              </a:defRPr>
            </a:pPr>
            <a:r>
              <a:t>اقتراحات ذكية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51206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D1D5DB"/>
                </a:solidFill>
              </a:defRPr>
            </a:pPr>
            <a:r>
              <a:t>يقدم حلول إبداعية وأفضل الممارسات في البرمجة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7315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2C55E"/>
                </a:solidFill>
              </a:defRPr>
            </a:pPr>
            <a:r>
              <a:t>💰 طرق الربح: تطوير المشاريع أسرع | إنشاء أدوات برمجية | تقديم خدمات البرمجة | تدريس البرمجة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